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powerbi.microsoft.com/"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94127" y="1232488"/>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900" b="1" dirty="0"/>
              <a:t>Project Title:</a:t>
            </a:r>
            <a:r>
              <a:rPr lang="en-US" sz="2900" dirty="0"/>
              <a:t> E-Commerce Sales Analysis using Power BI</a:t>
            </a:r>
            <a:endParaRPr lang="en-US" sz="2900"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fi-FI" sz="1600" dirty="0"/>
              <a:t>Karthikeya Satya Sai Pavan Challapalli</a:t>
            </a:r>
          </a:p>
          <a:p>
            <a:pPr algn="l">
              <a:spcAft>
                <a:spcPts val="600"/>
              </a:spcAft>
            </a:pPr>
            <a:r>
              <a:rPr lang="en-US" sz="1600" b="1" cap="all" dirty="0"/>
              <a:t>College Name: </a:t>
            </a:r>
            <a:r>
              <a:rPr lang="en-US" sz="1600" cap="all" dirty="0"/>
              <a:t>a</a:t>
            </a:r>
            <a:r>
              <a:rPr lang="en-IN" sz="1600" dirty="0" err="1"/>
              <a:t>nnabhathuni</a:t>
            </a:r>
            <a:r>
              <a:rPr lang="en-IN" sz="1600" dirty="0"/>
              <a:t> Satyanarayana Degree College</a:t>
            </a:r>
            <a:endParaRPr lang="en-US" sz="1600" b="1" cap="all" dirty="0"/>
          </a:p>
          <a:p>
            <a:pPr algn="l">
              <a:spcAft>
                <a:spcPts val="600"/>
              </a:spcAft>
            </a:pPr>
            <a:r>
              <a:rPr lang="en-US" sz="1600" b="1" cap="all" dirty="0"/>
              <a:t>Department: </a:t>
            </a:r>
            <a:r>
              <a:rPr lang="en-IN" sz="1600" dirty="0"/>
              <a:t>BSc Computer Science</a:t>
            </a:r>
            <a:endParaRPr lang="en-US" sz="1600" b="1" cap="all" dirty="0"/>
          </a:p>
          <a:p>
            <a:pPr algn="l">
              <a:spcAft>
                <a:spcPts val="600"/>
              </a:spcAft>
            </a:pPr>
            <a:r>
              <a:rPr lang="en-US" sz="1600" b="1" cap="all" dirty="0"/>
              <a:t>Email ID: </a:t>
            </a:r>
            <a:r>
              <a:rPr lang="en-IN" sz="1600" dirty="0"/>
              <a:t>karthikchallapalli666@gmail.com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413CBFFB-80EF-6ECB-A5EE-4AC2FEC169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6426" y="585009"/>
            <a:ext cx="4715868" cy="5591855"/>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r>
              <a:rPr lang="en-US" sz="1800" dirty="0"/>
              <a:t>n today’s competitive e-commerce environment, businesses generate a large amount of sales and customer data every day. However, many organizations struggle to </a:t>
            </a:r>
            <a:r>
              <a:rPr lang="en-US" sz="1800" b="1" dirty="0"/>
              <a:t>analyze this data effectively</a:t>
            </a:r>
            <a:r>
              <a:rPr lang="en-US" sz="1800" dirty="0"/>
              <a:t> and extract meaningful insights that can support better business decisions. Raw data stored in spreadsheets or databases is often complex and difficult to interpret without proper visualization tools.</a:t>
            </a:r>
          </a:p>
          <a:p>
            <a:r>
              <a:rPr lang="en-US" sz="1800" dirty="0"/>
              <a:t>The main problem is the </a:t>
            </a:r>
            <a:r>
              <a:rPr lang="en-US" sz="1800" b="1" dirty="0"/>
              <a:t>lack of an interactive and centralized system</a:t>
            </a:r>
            <a:r>
              <a:rPr lang="en-US" sz="1800" dirty="0"/>
              <a:t> that allows stakeholders to quickly understand key metrics such as sales performance, product demand, regional sales distribution, and customer purchasing behavior.</a:t>
            </a:r>
          </a:p>
          <a:p>
            <a:r>
              <a:rPr lang="en-US" sz="1800" dirty="0"/>
              <a:t>To address this issue, a </a:t>
            </a:r>
            <a:r>
              <a:rPr lang="en-US" sz="1800" b="1" dirty="0"/>
              <a:t>Power BI–based interactive dashboard</a:t>
            </a:r>
            <a:r>
              <a:rPr lang="en-US" sz="1800" dirty="0"/>
              <a:t> is developed. The system integrates sales data and transforms it into meaningful visualizations such as charts, graphs, and KPIs. This enables business managers to </a:t>
            </a:r>
            <a:r>
              <a:rPr lang="en-US" sz="1800" b="1" dirty="0"/>
              <a:t>monitor performance, identify trends, track top-performing products, and make data-driven decisions</a:t>
            </a:r>
            <a:r>
              <a:rPr lang="en-US" sz="1800" dirty="0"/>
              <a:t> efficiently.</a:t>
            </a:r>
          </a:p>
          <a:p>
            <a:r>
              <a:rPr lang="en-US" sz="1800" dirty="0"/>
              <a:t>The goal of this project is to design a </a:t>
            </a:r>
            <a:r>
              <a:rPr lang="en-US" sz="1800" b="1" dirty="0"/>
              <a:t>dynamic and user-friendly Power BI dashboard</a:t>
            </a:r>
            <a:r>
              <a:rPr lang="en-US" sz="1800" dirty="0"/>
              <a:t> that provides real-time insights into e-commerce sales performance and supports strategic planning.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4"/>
            <a:ext cx="10380501" cy="5432397"/>
          </a:xfrm>
        </p:spPr>
        <p:txBody>
          <a:bodyPr vert="horz" lIns="91440" tIns="45720" rIns="91440" bIns="45720" rtlCol="0" anchor="t">
            <a:noAutofit/>
          </a:bodyPr>
          <a:lstStyle/>
          <a:p>
            <a:r>
              <a:rPr lang="en-US" sz="1200" b="1" dirty="0"/>
              <a:t>Proposed Solution:</a:t>
            </a:r>
            <a:endParaRPr lang="en-US" sz="1200" dirty="0"/>
          </a:p>
          <a:p>
            <a:r>
              <a:rPr lang="en-US" sz="1200" dirty="0"/>
              <a:t>The proposed system aims to develop an interactive </a:t>
            </a:r>
            <a:r>
              <a:rPr lang="en-US" sz="1200" b="1" dirty="0"/>
              <a:t>Power BI dashboard</a:t>
            </a:r>
            <a:r>
              <a:rPr lang="en-US" sz="1200" dirty="0"/>
              <a:t> that analyzes e-commerce sales data and provides meaningful business insights. The dashboard helps users easily monitor sales performance, identify trends, and compare product categories and regions.</a:t>
            </a:r>
          </a:p>
          <a:p>
            <a:r>
              <a:rPr lang="en-US" sz="1200" dirty="0"/>
              <a:t>The system consists of the following components:</a:t>
            </a:r>
          </a:p>
          <a:p>
            <a:r>
              <a:rPr lang="en-US" sz="1200" b="1" dirty="0"/>
              <a:t>Data Collection:</a:t>
            </a:r>
            <a:br>
              <a:rPr lang="en-US" sz="1200" dirty="0"/>
            </a:br>
            <a:r>
              <a:rPr lang="en-US" sz="1200" dirty="0"/>
              <a:t>The dataset containing e-commerce sales information such as product category, sales amount, profit, region, and monthly sales trends is collected and imported into Power BI.</a:t>
            </a:r>
          </a:p>
          <a:p>
            <a:r>
              <a:rPr lang="en-US" sz="1200" b="1" dirty="0"/>
              <a:t>Data Processing:</a:t>
            </a:r>
            <a:br>
              <a:rPr lang="en-US" sz="1200" dirty="0"/>
            </a:br>
            <a:r>
              <a:rPr lang="en-US" sz="1200" dirty="0"/>
              <a:t>The dataset is cleaned and organized to ensure accuracy and consistency. Relevant fields such as sales, profit, product category, and region are used for analysis.</a:t>
            </a:r>
          </a:p>
          <a:p>
            <a:r>
              <a:rPr lang="en-US" sz="1200" b="1" dirty="0"/>
              <a:t>Data Visualization:</a:t>
            </a:r>
            <a:br>
              <a:rPr lang="en-US" sz="1200" dirty="0"/>
            </a:br>
            <a:r>
              <a:rPr lang="en-US" sz="1200" dirty="0"/>
              <a:t>Power BI visualizations are created to represent key business metrics including:</a:t>
            </a:r>
          </a:p>
          <a:p>
            <a:r>
              <a:rPr lang="en-US" sz="1200" dirty="0"/>
              <a:t>Total Sales</a:t>
            </a:r>
          </a:p>
          <a:p>
            <a:r>
              <a:rPr lang="en-US" sz="1200" dirty="0"/>
              <a:t>Total Profit</a:t>
            </a:r>
          </a:p>
          <a:p>
            <a:r>
              <a:rPr lang="en-US" sz="1200" dirty="0"/>
              <a:t>Total Products Sold</a:t>
            </a:r>
          </a:p>
          <a:p>
            <a:r>
              <a:rPr lang="en-US" sz="1200" dirty="0"/>
              <a:t>Sales by Category</a:t>
            </a:r>
          </a:p>
          <a:p>
            <a:r>
              <a:rPr lang="en-US" sz="1200" dirty="0"/>
              <a:t>Monthly Sales Trends</a:t>
            </a:r>
          </a:p>
          <a:p>
            <a:r>
              <a:rPr lang="en-US" sz="1200" dirty="0"/>
              <a:t>Regional Sales Distribution</a:t>
            </a:r>
          </a:p>
          <a:p>
            <a:r>
              <a:rPr lang="en-US" sz="1200" dirty="0"/>
              <a:t>Top Products by Sales</a:t>
            </a:r>
          </a:p>
          <a:p>
            <a:r>
              <a:rPr lang="en-US" sz="1200" b="1" dirty="0"/>
              <a:t>Interactive Dashboard:</a:t>
            </a:r>
            <a:br>
              <a:rPr lang="en-US" sz="1200" dirty="0"/>
            </a:br>
            <a:r>
              <a:rPr lang="en-US" sz="1200" dirty="0"/>
              <a:t>Interactive filters such as </a:t>
            </a:r>
            <a:r>
              <a:rPr lang="en-US" sz="1200" b="1" dirty="0"/>
              <a:t>Region Filter</a:t>
            </a:r>
            <a:r>
              <a:rPr lang="en-US" sz="1200" dirty="0"/>
              <a:t> and </a:t>
            </a:r>
            <a:r>
              <a:rPr lang="en-US" sz="1200" b="1" dirty="0"/>
              <a:t>Category Filter</a:t>
            </a:r>
            <a:r>
              <a:rPr lang="en-US" sz="1200" dirty="0"/>
              <a:t> allow users to dynamically explore the data and gain deeper insights into business performance.</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fontScale="55000" lnSpcReduction="20000"/>
          </a:bodyPr>
          <a:lstStyle/>
          <a:p>
            <a:r>
              <a:rPr lang="en-US" sz="2400" b="1" dirty="0"/>
              <a:t>System Approach</a:t>
            </a:r>
          </a:p>
          <a:p>
            <a:r>
              <a:rPr lang="en-US" sz="2400" dirty="0"/>
              <a:t>The system approach describes the process used to develop the </a:t>
            </a:r>
            <a:r>
              <a:rPr lang="en-US" sz="2400" b="1" dirty="0"/>
              <a:t>E-Commerce Sales Analysis Dashboard</a:t>
            </a:r>
            <a:r>
              <a:rPr lang="en-US" sz="2400" dirty="0"/>
              <a:t> using Power BI.</a:t>
            </a:r>
          </a:p>
          <a:p>
            <a:r>
              <a:rPr lang="en-US" sz="2400" b="1" dirty="0"/>
              <a:t>System Requirements</a:t>
            </a:r>
            <a:endParaRPr lang="en-US" sz="2400" dirty="0"/>
          </a:p>
          <a:p>
            <a:r>
              <a:rPr lang="en-US" sz="2400" dirty="0"/>
              <a:t>Software: Power BI Desktop</a:t>
            </a:r>
          </a:p>
          <a:p>
            <a:r>
              <a:rPr lang="en-US" sz="2400" dirty="0"/>
              <a:t>Dataset: E-commerce sales dataset (CSV format)</a:t>
            </a:r>
          </a:p>
          <a:p>
            <a:r>
              <a:rPr lang="en-US" sz="2400" dirty="0"/>
              <a:t>Operating System: Windows 10/11</a:t>
            </a:r>
          </a:p>
          <a:p>
            <a:r>
              <a:rPr lang="en-US" sz="2400" b="1" dirty="0"/>
              <a:t>Tools and Technologies</a:t>
            </a:r>
            <a:endParaRPr lang="en-US" sz="2400" dirty="0"/>
          </a:p>
          <a:p>
            <a:r>
              <a:rPr lang="en-US" sz="2400" dirty="0"/>
              <a:t>Power BI Desktop for data analysis and visualization</a:t>
            </a:r>
          </a:p>
          <a:p>
            <a:r>
              <a:rPr lang="en-US" sz="2400" dirty="0"/>
              <a:t>Data cleaning and transformation using Power BI tools</a:t>
            </a:r>
          </a:p>
          <a:p>
            <a:r>
              <a:rPr lang="en-US" sz="2400" b="1" dirty="0"/>
              <a:t>Development Process</a:t>
            </a:r>
            <a:endParaRPr lang="en-US" sz="2400" dirty="0"/>
          </a:p>
          <a:p>
            <a:r>
              <a:rPr lang="en-US" sz="2400" dirty="0"/>
              <a:t>Import the e-commerce sales dataset into Power BI.</a:t>
            </a:r>
          </a:p>
          <a:p>
            <a:r>
              <a:rPr lang="en-US" sz="2400" dirty="0"/>
              <a:t>Clean and organize the data for analysis.</a:t>
            </a:r>
          </a:p>
          <a:p>
            <a:r>
              <a:rPr lang="en-US" sz="2400" dirty="0"/>
              <a:t>Create key metrics such as Total Sales, Total Profit, and Total Products Sold.</a:t>
            </a:r>
          </a:p>
          <a:p>
            <a:r>
              <a:rPr lang="en-US" sz="2400" dirty="0"/>
              <a:t>Build visualizations including bar charts, line charts, and pie charts.</a:t>
            </a:r>
          </a:p>
          <a:p>
            <a:r>
              <a:rPr lang="en-US" sz="2400" dirty="0"/>
              <a:t>Add interactive filters for Region and Category to explore data dynamically.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r>
              <a:rPr lang="en-US" sz="1600" b="1" dirty="0"/>
              <a:t>Algorithm / Process Used</a:t>
            </a:r>
            <a:endParaRPr lang="en-US" sz="1600" dirty="0"/>
          </a:p>
          <a:p>
            <a:r>
              <a:rPr lang="en-US" sz="1600" b="1" dirty="0"/>
              <a:t>Data Input</a:t>
            </a:r>
            <a:endParaRPr lang="en-US" sz="1600" dirty="0"/>
          </a:p>
          <a:p>
            <a:r>
              <a:rPr lang="en-US" sz="1600" dirty="0"/>
              <a:t>E-commerce sales dataset containing product category, sales amount, profit, region, and month.</a:t>
            </a:r>
          </a:p>
          <a:p>
            <a:r>
              <a:rPr lang="en-US" sz="1600" b="1" dirty="0"/>
              <a:t>Data Processing</a:t>
            </a:r>
            <a:endParaRPr lang="en-US" sz="1600" dirty="0"/>
          </a:p>
          <a:p>
            <a:r>
              <a:rPr lang="en-US" sz="1600" dirty="0"/>
              <a:t>Data is imported into Power BI and cleaned to remove inconsistencies.</a:t>
            </a:r>
          </a:p>
          <a:p>
            <a:r>
              <a:rPr lang="en-US" sz="1600" dirty="0"/>
              <a:t>Relevant fields such as sales, profit, category, and region are selected for analysis.</a:t>
            </a:r>
          </a:p>
          <a:p>
            <a:r>
              <a:rPr lang="en-US" sz="1600" b="1" dirty="0"/>
              <a:t>Visualization Process</a:t>
            </a:r>
            <a:endParaRPr lang="en-US" sz="1600" dirty="0"/>
          </a:p>
          <a:p>
            <a:r>
              <a:rPr lang="en-US" sz="1600" dirty="0"/>
              <a:t>Key performance indicators (KPIs) such as </a:t>
            </a:r>
            <a:r>
              <a:rPr lang="en-US" sz="1600" b="1" dirty="0"/>
              <a:t>Total Sales, Total Profit, and Total Products Sold</a:t>
            </a:r>
            <a:r>
              <a:rPr lang="en-US" sz="1600" dirty="0"/>
              <a:t> are created.</a:t>
            </a:r>
          </a:p>
          <a:p>
            <a:r>
              <a:rPr lang="en-US" sz="1600" dirty="0"/>
              <a:t>Charts including </a:t>
            </a:r>
            <a:r>
              <a:rPr lang="en-US" sz="1600" b="1" dirty="0"/>
              <a:t>bar charts, line charts, and pie charts</a:t>
            </a:r>
            <a:r>
              <a:rPr lang="en-US" sz="1600" dirty="0"/>
              <a:t> are used to visualize trends and comparisons.</a:t>
            </a:r>
          </a:p>
          <a:p>
            <a:r>
              <a:rPr lang="en-US" sz="1600" b="1" dirty="0"/>
              <a:t>Dashboard Deployment</a:t>
            </a:r>
            <a:endParaRPr lang="en-US" sz="1600" dirty="0"/>
          </a:p>
          <a:p>
            <a:r>
              <a:rPr lang="en-US" sz="1600" dirty="0"/>
              <a:t>All visualizations are combined into an </a:t>
            </a:r>
            <a:r>
              <a:rPr lang="en-US" sz="1600" b="1" dirty="0"/>
              <a:t>interactive Power BI dashboard</a:t>
            </a:r>
            <a:r>
              <a:rPr lang="en-US" sz="1600" dirty="0"/>
              <a:t>.</a:t>
            </a:r>
          </a:p>
          <a:p>
            <a:r>
              <a:rPr lang="en-US" sz="1600" dirty="0"/>
              <a:t>Filters for </a:t>
            </a:r>
            <a:r>
              <a:rPr lang="en-US" sz="1600" b="1" dirty="0"/>
              <a:t>Region and Category</a:t>
            </a:r>
            <a:r>
              <a:rPr lang="en-US" sz="1600" dirty="0"/>
              <a:t> allow users to explore the data dynamically.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fontScale="70000" lnSpcReduction="20000"/>
          </a:bodyPr>
          <a:lstStyle/>
          <a:p>
            <a:r>
              <a:rPr lang="en-US" sz="2400" dirty="0"/>
              <a:t>The developed </a:t>
            </a:r>
            <a:r>
              <a:rPr lang="en-US" sz="2400" b="1" dirty="0"/>
              <a:t>Power BI dashboard</a:t>
            </a:r>
            <a:r>
              <a:rPr lang="en-US" sz="2400" dirty="0"/>
              <a:t> successfully visualizes e-commerce sales data and provides meaningful insights into business performance.</a:t>
            </a:r>
          </a:p>
          <a:p>
            <a:r>
              <a:rPr lang="en-US" sz="2400" b="1" dirty="0"/>
              <a:t>Key Outcomes</a:t>
            </a:r>
            <a:endParaRPr lang="en-US" sz="2400" dirty="0"/>
          </a:p>
          <a:p>
            <a:r>
              <a:rPr lang="en-US" sz="2400" dirty="0"/>
              <a:t>The dashboard displays important KPIs such as </a:t>
            </a:r>
            <a:r>
              <a:rPr lang="en-US" sz="2400" b="1" dirty="0"/>
              <a:t>Total Sales, Total Profit, and Total Products Sold</a:t>
            </a:r>
            <a:r>
              <a:rPr lang="en-US" sz="2400" dirty="0"/>
              <a:t>.</a:t>
            </a:r>
          </a:p>
          <a:p>
            <a:r>
              <a:rPr lang="en-US" sz="2400" dirty="0"/>
              <a:t>Sales performance is analyzed using </a:t>
            </a:r>
            <a:r>
              <a:rPr lang="en-US" sz="2400" b="1" dirty="0"/>
              <a:t>Sales by Category</a:t>
            </a:r>
            <a:r>
              <a:rPr lang="en-US" sz="2400" dirty="0"/>
              <a:t>, helping identify which product category generates the most revenue.</a:t>
            </a:r>
          </a:p>
          <a:p>
            <a:r>
              <a:rPr lang="en-US" sz="2400" dirty="0"/>
              <a:t>The </a:t>
            </a:r>
            <a:r>
              <a:rPr lang="en-US" sz="2400" b="1" dirty="0"/>
              <a:t>Monthly Sales Trend</a:t>
            </a:r>
            <a:r>
              <a:rPr lang="en-US" sz="2400" dirty="0"/>
              <a:t> chart shows how sales vary across different months.</a:t>
            </a:r>
          </a:p>
          <a:p>
            <a:r>
              <a:rPr lang="en-US" sz="2400" b="1" dirty="0"/>
              <a:t>Regional Sales Distribution</a:t>
            </a:r>
            <a:r>
              <a:rPr lang="en-US" sz="2400" dirty="0"/>
              <a:t> provides insights into sales performance across different regions.</a:t>
            </a:r>
          </a:p>
          <a:p>
            <a:r>
              <a:rPr lang="en-US" sz="2400" dirty="0"/>
              <a:t>The </a:t>
            </a:r>
            <a:r>
              <a:rPr lang="en-US" sz="2400" b="1" dirty="0"/>
              <a:t>Top Products by Sales</a:t>
            </a:r>
            <a:r>
              <a:rPr lang="en-US" sz="2400" dirty="0"/>
              <a:t> chart highlights the best-performing products.</a:t>
            </a:r>
          </a:p>
          <a:p>
            <a:r>
              <a:rPr lang="en-US" sz="2400" b="1" dirty="0"/>
              <a:t>Interactive Analysis</a:t>
            </a:r>
            <a:endParaRPr lang="en-US" sz="2400" dirty="0"/>
          </a:p>
          <a:p>
            <a:r>
              <a:rPr lang="en-US" sz="2400" dirty="0"/>
              <a:t>Users can apply </a:t>
            </a:r>
            <a:r>
              <a:rPr lang="en-US" sz="2400" b="1" dirty="0"/>
              <a:t>Region Filter</a:t>
            </a:r>
            <a:r>
              <a:rPr lang="en-US" sz="2400" dirty="0"/>
              <a:t> and </a:t>
            </a:r>
            <a:r>
              <a:rPr lang="en-US" sz="2400" b="1" dirty="0"/>
              <a:t>Category Filter</a:t>
            </a:r>
            <a:r>
              <a:rPr lang="en-US" sz="2400" dirty="0"/>
              <a:t> to dynamically explore the data and gain deeper insights.</a:t>
            </a:r>
          </a:p>
          <a:p>
            <a:r>
              <a:rPr lang="en-US" sz="2400" dirty="0"/>
              <a:t>The dashboard enables businesses to </a:t>
            </a:r>
            <a:r>
              <a:rPr lang="en-US" sz="2400" b="1" dirty="0"/>
              <a:t>monitor sales performance, identify trends, and support data-driven decision making</a:t>
            </a:r>
            <a:r>
              <a:rPr lang="en-US" sz="24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a:latin typeface="Franklin Gothic Book" panose="020B0503020102020204"/>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US"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r>
              <a:rPr lang="en-US" sz="2400" dirty="0"/>
              <a:t>The dashboard can be enhanced by integrating </a:t>
            </a:r>
            <a:r>
              <a:rPr lang="en-US" sz="2400" b="1" dirty="0"/>
              <a:t>real-time sales data</a:t>
            </a:r>
            <a:r>
              <a:rPr lang="en-US" sz="2400" dirty="0"/>
              <a:t> from live business systems.</a:t>
            </a:r>
          </a:p>
          <a:p>
            <a:r>
              <a:rPr lang="en-US" sz="2400" dirty="0"/>
              <a:t>Additional datasets such as </a:t>
            </a:r>
            <a:r>
              <a:rPr lang="en-US" sz="2400" b="1" dirty="0"/>
              <a:t>customer demographics, marketing campaigns, and seasonal trends</a:t>
            </a:r>
            <a:r>
              <a:rPr lang="en-US" sz="2400" dirty="0"/>
              <a:t> can be incorporated for deeper analysis.</a:t>
            </a:r>
          </a:p>
          <a:p>
            <a:r>
              <a:rPr lang="en-US" sz="2400" dirty="0"/>
              <a:t>Advanced analytics techniques such as </a:t>
            </a:r>
            <a:r>
              <a:rPr lang="en-US" sz="2400" b="1" dirty="0"/>
              <a:t>predictive sales forecasting</a:t>
            </a:r>
            <a:r>
              <a:rPr lang="en-US" sz="2400" dirty="0"/>
              <a:t> can be implemented to estimate future sales trends.</a:t>
            </a:r>
          </a:p>
          <a:p>
            <a:r>
              <a:rPr lang="en-US" sz="2400" dirty="0"/>
              <a:t>The dashboard can be expanded to analyze </a:t>
            </a:r>
            <a:r>
              <a:rPr lang="en-US" sz="2400" b="1" dirty="0"/>
              <a:t>multiple regions, cities, or international markets</a:t>
            </a:r>
            <a:r>
              <a:rPr lang="en-US" sz="2400" dirty="0"/>
              <a:t>.</a:t>
            </a:r>
          </a:p>
          <a:p>
            <a:r>
              <a:rPr lang="en-US" sz="2400" dirty="0"/>
              <a:t>Integration with </a:t>
            </a:r>
            <a:r>
              <a:rPr lang="en-US" sz="2400" b="1" dirty="0"/>
              <a:t>cloud platforms and automated data refresh</a:t>
            </a:r>
            <a:r>
              <a:rPr lang="en-US" sz="2400" dirty="0"/>
              <a:t> can improve accessibility and scalability.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400" dirty="0"/>
              <a:t>Microsoft Power BI Documentation – </a:t>
            </a:r>
            <a:r>
              <a:rPr lang="en-IN" sz="2400" dirty="0">
                <a:hlinkClick r:id="rId2"/>
              </a:rPr>
              <a:t>https://powerbi.microsoft.com</a:t>
            </a:r>
            <a:endParaRPr lang="en-IN" sz="2400" dirty="0"/>
          </a:p>
          <a:p>
            <a:r>
              <a:rPr lang="en-IN" sz="2400" dirty="0"/>
              <a:t>Ferrari, A., &amp; Russo, M. (2016). </a:t>
            </a:r>
            <a:r>
              <a:rPr lang="en-IN" sz="2400" i="1" dirty="0"/>
              <a:t>Introducing Microsoft Power BI</a:t>
            </a:r>
            <a:r>
              <a:rPr lang="en-IN" sz="2400" dirty="0"/>
              <a:t>. Microsoft Press.</a:t>
            </a:r>
          </a:p>
          <a:p>
            <a:r>
              <a:rPr lang="en-IN" sz="2400" dirty="0"/>
              <a:t>Powell, B. (2017). </a:t>
            </a:r>
            <a:r>
              <a:rPr lang="en-IN" sz="2400" i="1" dirty="0"/>
              <a:t>Microsoft Power BI Cookbook</a:t>
            </a:r>
            <a:r>
              <a:rPr lang="en-IN" sz="2400" dirty="0"/>
              <a:t>. </a:t>
            </a:r>
            <a:r>
              <a:rPr lang="en-IN" sz="2400" dirty="0" err="1"/>
              <a:t>Packt</a:t>
            </a:r>
            <a:r>
              <a:rPr lang="en-IN" sz="2400" dirty="0"/>
              <a:t> Publishing.</a:t>
            </a:r>
          </a:p>
          <a:p>
            <a:r>
              <a:rPr lang="en-IN" sz="2400" dirty="0"/>
              <a:t>Tirupati, K., Joshi, A., &amp; Singh, S. (2023). </a:t>
            </a:r>
            <a:r>
              <a:rPr lang="en-IN" sz="2400" i="1" dirty="0"/>
              <a:t>Leveraging Power BI for Enhanced Data Visualization and Business Intelligence</a:t>
            </a:r>
            <a:r>
              <a:rPr lang="en-IN" sz="2400" dirty="0"/>
              <a:t>. </a:t>
            </a:r>
          </a:p>
          <a:p>
            <a:r>
              <a:rPr lang="en-IN" sz="2400" dirty="0"/>
              <a:t>Gonçalves, C. (2023). </a:t>
            </a:r>
            <a:r>
              <a:rPr lang="en-IN" sz="2400" i="1" dirty="0"/>
              <a:t>Developing Integrated Performance Dashboards using Power BI</a:t>
            </a:r>
            <a:r>
              <a:rPr lang="en-IN" sz="2400" dirty="0"/>
              <a:t>. </a:t>
            </a:r>
          </a:p>
          <a:p>
            <a:r>
              <a:rPr lang="en-IN" sz="2400" b="1" dirty="0"/>
              <a:t>GitHub Link:</a:t>
            </a:r>
            <a:br>
              <a:rPr lang="en-IN" sz="2400" dirty="0"/>
            </a:br>
            <a:r>
              <a:rPr lang="en-IN" sz="2400" dirty="0"/>
              <a:t>https://github.com/Karthik6-cpu/powerbi-ecommerce-dashboard.git</a:t>
            </a: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1054</Words>
  <Application>Microsoft Office PowerPoint</Application>
  <PresentationFormat>Widescreen</PresentationFormat>
  <Paragraphs>94</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KARTHIK CH</cp:lastModifiedBy>
  <cp:revision>102</cp:revision>
  <dcterms:created xsi:type="dcterms:W3CDTF">2024-05-21T11:55:00Z</dcterms:created>
  <dcterms:modified xsi:type="dcterms:W3CDTF">2026-03-16T10:11:04Z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